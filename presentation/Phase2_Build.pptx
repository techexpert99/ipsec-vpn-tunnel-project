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Build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IPSec VPN Tunnel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Head Office &amp; Datacenter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Nithin Nayaka V 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9.0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201168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Build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 — 5-Day Build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55448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155448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18872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214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15 devices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92808" y="246888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868680"/>
            <a:ext cx="155448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868680"/>
            <a:ext cx="1554480" cy="228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115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39112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Config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21992" y="2057400"/>
            <a:ext cx="118872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21214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IPs to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&amp; PCs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246888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868680"/>
            <a:ext cx="155448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868680"/>
            <a:ext cx="155448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8184" y="1115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58184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41064" y="2057400"/>
            <a:ext cx="11887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21214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30952" y="246888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868680"/>
            <a:ext cx="155448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7256" y="868680"/>
            <a:ext cx="1554480" cy="228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1115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77256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VPN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0136" y="2057400"/>
            <a:ext cx="118872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21214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+ Transform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Crypto Map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50024" y="246888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868680"/>
            <a:ext cx="1554480" cy="3200400"/>
          </a:xfrm>
          <a:prstGeom prst="rect">
            <a:avLst/>
          </a:prstGeom>
          <a:solidFill>
            <a:srgbClr val="1F3A5F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868680"/>
            <a:ext cx="1554480" cy="2286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115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96328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79208" y="2057400"/>
            <a:ext cx="1188720" cy="0"/>
          </a:xfrm>
          <a:prstGeom prst="line">
            <a:avLst/>
          </a:prstGeom>
          <a:noFill/>
          <a:ln w="12700">
            <a:solidFill>
              <a:srgbClr val="48C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1214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+ verify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SA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Deliverable: IPSec VPN tunnel QM_IDLE ACTIVE with 0% packet loss across 15 devices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Network Topology (15 Devices)</a:t>
            </a:r>
            <a:endParaRPr lang="en-US" sz="2200" dirty="0"/>
          </a:p>
        </p:txBody>
      </p:sp>
      <p:pic>
        <p:nvPicPr>
          <p:cNvPr id="5" name="Image 0" descr="/mnt/user-data/uploads/Screenshot_2026-05-06_1630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1: Topology Design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IP Address Configuration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7955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92024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LAN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 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to ISP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10.0.0.2 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facing 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10.0.0.5 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facing 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10.0.0.6 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to ISP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192.168.2.1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LAN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PC0–PC4 (HO)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192.168.1.x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GW: 192.168.1.1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PC5–PC9 (DC)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192.168.2.x 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GW: 192.168.2.1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2: IP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Static Routing Configuration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88920" cy="3154680"/>
          </a:xfrm>
          <a:prstGeom prst="rect">
            <a:avLst/>
          </a:prstGeom>
          <a:solidFill>
            <a:srgbClr val="1F3A5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2788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412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HO-Router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6060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192.168.2.0 255.255.255.0 10.0.0.2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10.0.0.4 255.255.255.252 10.0.0.2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Routes applied &amp; saved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788920" cy="315468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822960"/>
            <a:ext cx="2788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8412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ISP-Router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261872"/>
            <a:ext cx="26060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25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192.168.1.0 255.255.255.0 10.0.0.1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192.168.2.0 255.255.255.0 10.0.0.6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Routes applied &amp; saved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822960"/>
            <a:ext cx="2788920" cy="315468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822960"/>
            <a:ext cx="27889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8412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DC-Router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1261872"/>
            <a:ext cx="26060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325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192.168.1.0 255.255.255.0 10.0.0.5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10.0.0.0 255.255.255.252 10.0.0.5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Routes applied &amp; saved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Test (before VPN): PC0 → ping 192.168.2.2 — SUCCESS ✓ (unencrypted baseline confirmed)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3: Static Routing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IPSec VPN: IKE Phase 1 (ISAKMP Policy)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657600" cy="548640"/>
          </a:xfrm>
          <a:prstGeom prst="rect">
            <a:avLst/>
          </a:prstGeom>
          <a:solidFill>
            <a:srgbClr val="1F3A5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95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3657600" cy="5486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81328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179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3657600" cy="54864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39696"/>
            <a:ext cx="64008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3657600" cy="548640"/>
          </a:xfrm>
          <a:prstGeom prst="rect">
            <a:avLst/>
          </a:prstGeom>
          <a:solidFill>
            <a:srgbClr val="1F3A5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98064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Group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072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(1024-bit)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3657600" cy="548640"/>
          </a:xfrm>
          <a:prstGeom prst="rect">
            <a:avLst/>
          </a:prstGeom>
          <a:solidFill>
            <a:srgbClr val="1F3A5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64008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93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86400 sec (24 hrs)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804672"/>
            <a:ext cx="4617720" cy="3520440"/>
          </a:xfrm>
          <a:prstGeom prst="rect">
            <a:avLst/>
          </a:prstGeom>
          <a:solidFill>
            <a:srgbClr val="081524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868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HO-Router &amp; DC-Router: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11887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isakmp policy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13898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encryption aes 128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15910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 sha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43400" y="17922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authentication pre-share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43400" y="19933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3400" y="21945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lifetime 86400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43400" y="23957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43400" y="27980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HO-Router PSK: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43400" y="29992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isakmp key ROOMAN@VPN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43400" y="32004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10.0.0.6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43400" y="36027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DC-Router PSK: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3400" y="38039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isakmp key ROOMAN@VPN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43400" y="40050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10.0.0.1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4: IPSec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IKE Phase 2, ACL &amp; Crypto 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520440"/>
          </a:xfrm>
          <a:prstGeom prst="rect">
            <a:avLst/>
          </a:prstGeom>
          <a:solidFill>
            <a:srgbClr val="1F3A5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22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2560320" cy="2286000"/>
          </a:xfrm>
          <a:prstGeom prst="rect">
            <a:avLst/>
          </a:prstGeom>
          <a:solidFill>
            <a:srgbClr val="081524"/>
          </a:solidFill>
          <a:ln w="12700">
            <a:solidFill>
              <a:srgbClr val="081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435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ipsec transform-set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TSET esp-aes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esp-sha-hmac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ESP-AES: Encrypts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7802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ESP-SHA-HMAC: Integrity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Tunnel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520440"/>
          </a:xfrm>
          <a:prstGeom prst="rect">
            <a:avLst/>
          </a:prstGeom>
          <a:solidFill>
            <a:srgbClr val="1F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804672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822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(Interesting Traffic)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081524"/>
          </a:solidFill>
          <a:ln w="12700">
            <a:solidFill>
              <a:srgbClr val="081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2435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HO-Router: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14904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101 permit 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737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192.168.1.0 0.0.0.255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98424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192.168.2.0 0.0.0.255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247802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DC-Router: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7249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101 permit 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9718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192.168.2.0 0.0.0.255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32186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192.168.1.0 0.0.0.255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804672"/>
            <a:ext cx="2743200" cy="3520440"/>
          </a:xfrm>
          <a:prstGeom prst="rect">
            <a:avLst/>
          </a:prstGeom>
          <a:solidFill>
            <a:srgbClr val="1F3A5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804672"/>
            <a:ext cx="274320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822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Map (VPNMAP)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188720"/>
            <a:ext cx="2560320" cy="2286000"/>
          </a:xfrm>
          <a:prstGeom prst="rect">
            <a:avLst/>
          </a:prstGeom>
          <a:solidFill>
            <a:srgbClr val="081524"/>
          </a:solidFill>
          <a:ln w="12700">
            <a:solidFill>
              <a:srgbClr val="081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2435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map VPNMAP 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4904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ipsec-isakmp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1737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peer 10.0.0.6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98424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transform-set TSET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2311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address 101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7249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Gi0/1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29718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crypto map VPNMAP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WAN interfaces: HO-Router → Gi0/1  |  DC-Router → Gi0/0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4: IPSec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Testing &amp; Verification</a:t>
            </a:r>
            <a:endParaRPr lang="en-US" sz="2200" dirty="0"/>
          </a:p>
        </p:txBody>
      </p:sp>
      <p:pic>
        <p:nvPicPr>
          <p:cNvPr id="5" name="Image 0" descr="/mnt/user-data/uploads/Screenshot_2026-05-06_1644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5029200" cy="2834640"/>
          </a:xfrm>
          <a:prstGeom prst="rect">
            <a:avLst/>
          </a:prstGeom>
        </p:spPr>
      </p:pic>
      <p:pic>
        <p:nvPicPr>
          <p:cNvPr id="6" name="Image 1" descr="/mnt/user-data/uploads/Screenshot_2026-05-06_16414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40680" y="804672"/>
            <a:ext cx="338328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crypto isakmp sa → QM_IDLE ACTIVE ✓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4068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→ ping 192.168.2.2 → 0% loss ✓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4160520"/>
            <a:ext cx="20116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20040" y="4535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encrypt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50592" y="4160520"/>
            <a:ext cx="20116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50592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50592" y="4535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 decrypt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81144" y="4160520"/>
            <a:ext cx="20116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81144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QM_IDLE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81144" y="4535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State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11696" y="4160520"/>
            <a:ext cx="20116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11696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711696" y="4535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Day 5: Testing &amp;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show crypto ipsec sa Output</a:t>
            </a:r>
            <a:endParaRPr lang="en-US" sz="2200" dirty="0"/>
          </a:p>
        </p:txBody>
      </p:sp>
      <p:pic>
        <p:nvPicPr>
          <p:cNvPr id="5" name="Image 0" descr="/mnt/user-data/uploads/Screenshot_2026-05-06_16443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Verification: IPSec SA Details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— Packet Flow Visualization</a:t>
            </a:r>
            <a:endParaRPr lang="en-US" sz="2200" dirty="0"/>
          </a:p>
        </p:txBody>
      </p:sp>
      <p:pic>
        <p:nvPicPr>
          <p:cNvPr id="5" name="Image 0" descr="/mnt/user-data/uploads/Screenshot_2026-05-06_1640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packets (red) visible between routers — confirms traffic is encrypted through the tunnel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Rooman Technologies  |  Cybersecurity Internship  |  Phase 2 — Build  |  Simulation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Summary — All Deliverables Met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15-device topology built in Packet Tracer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5272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435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configured on all 3 routers &amp; 10 PCs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5506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verified (end-to-end pre-VPN ping)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6654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075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license activated (securityk9 package)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7802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1 policy: AES-128, SHA-1, PSK, Group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84124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3210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Phase 2: Transform set TSET (ESP-AES + SHA-HMAC)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25272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2435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252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map VPNMAP applied to WAN interfaces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66420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65506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status: QM_IDLE ACTIVE (conn-id 1090)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07568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06654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075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packets: 26 encaps / 23 decaps confirmed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487168"/>
            <a:ext cx="292608" cy="292608"/>
          </a:xfrm>
          <a:prstGeom prst="rect">
            <a:avLst>
              <a:gd name="adj" fmla="val 12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47802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→ PC9 ping: 4/4 packets, 0% loss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Phase 2 Complete — IPSec VPN Tunnel Successfully Established!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 – Phase 2: Build</dc:title>
  <dc:subject>PptxGenJS Presentation</dc:subject>
  <dc:creator>Nithin Nayaka V N</dc:creator>
  <cp:lastModifiedBy>Nithin Nayaka V N</cp:lastModifiedBy>
  <cp:revision>1</cp:revision>
  <dcterms:created xsi:type="dcterms:W3CDTF">2026-05-06T19:22:12Z</dcterms:created>
  <dcterms:modified xsi:type="dcterms:W3CDTF">2026-05-06T19:22:12Z</dcterms:modified>
</cp:coreProperties>
</file>